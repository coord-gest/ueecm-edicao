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ESCOLAR  ·  ESTUDO DE CASO  · 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institucional edge-first que digitalizou uma escola pública inteira.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3200400" cy="502920"/>
          </a:xfrm>
          <a:prstGeom prst="roundRect">
            <a:avLst>
              <a:gd name="adj" fmla="val 49091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TanStack Start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4206240"/>
            <a:ext cx="3200400" cy="502920"/>
          </a:xfrm>
          <a:prstGeom prst="roundRect">
            <a:avLst>
              <a:gd name="adj" fmla="val 49091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· Edge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4206240"/>
            <a:ext cx="3200400" cy="502920"/>
          </a:xfrm>
          <a:prstGeom prst="roundRect">
            <a:avLst>
              <a:gd name="adj" fmla="val 49091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Firebase · Gemini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80644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897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Douglas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 ·  conectaueecm.com  ·  17 · Julho ·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18320" y="6400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0" y="640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 PRODUÇÃO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em números.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35661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ativas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com SEO leaf-level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691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691640"/>
            <a:ext cx="35661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9202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25196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domínio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691640"/>
            <a:ext cx="35661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19202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795528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Functions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5528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023360"/>
            <a:ext cx="3566160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519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SQL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auditada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51960" y="4023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51960" y="4023360"/>
            <a:ext cx="3566160" cy="7315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9" name="Text 27"/>
          <p:cNvSpPr/>
          <p:nvPr/>
        </p:nvSpPr>
        <p:spPr>
          <a:xfrm>
            <a:off x="4251960" y="42519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139/139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4251960" y="5349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Vitest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251960" y="5715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no CI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0" y="4023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4023360"/>
            <a:ext cx="35661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7955280" y="42519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35" name="Text 33"/>
          <p:cNvSpPr/>
          <p:nvPr/>
        </p:nvSpPr>
        <p:spPr>
          <a:xfrm>
            <a:off x="7955280" y="5349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TypeScript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955280" y="5715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tsgo --noEmit limpo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3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públicas ainda funcionam no papel.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WhatsApp, planilhas soltas, boletim impresso, comunicados perdidos.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7040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9144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623560" y="10515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manual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23560" y="146304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em planilha, digitação repetida a cada bimestre.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2286000"/>
            <a:ext cx="7040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2860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📢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23560" y="24231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difusa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23560" y="283464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Recados via WhatsApp que somem no meio de 500 mensagens.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3657600"/>
            <a:ext cx="7040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6576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623560" y="37947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visibilidade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23560" y="420624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 não sabe quem entregou o quê nem em tempo real.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5029200"/>
            <a:ext cx="7040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50292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623560" y="51663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expostos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23560" y="557784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 dados de menores circulando sem consentimento LGPD.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portal. Todos os públicos. Sempre online.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120640" y="3017520"/>
            <a:ext cx="1920240" cy="192024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30175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UEECM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10312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17224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Blog, calendário, equipe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49977" y="2844791"/>
            <a:ext cx="2184958" cy="79061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509760" y="210312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17224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0976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Turmas, boletim, comunicados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391050" y="2815552"/>
            <a:ext cx="-3339127" cy="900255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371600" y="493776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17224A"/>
          </a:solidFill>
          <a:ln w="25400">
            <a:solidFill>
              <a:srgbClr val="F970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5074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Notas, frequência, autorizações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2939091" y="5403793"/>
            <a:ext cx="2225780" cy="-1010387"/>
          </a:xfrm>
          <a:prstGeom prst="line">
            <a:avLst/>
          </a:prstGeom>
          <a:noFill/>
          <a:ln w="19050">
            <a:solidFill>
              <a:srgbClr val="F9706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509760" y="493776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17224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5074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Dev/Admin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LGPD, auditoria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V="1">
            <a:off x="10397722" y="5437789"/>
            <a:ext cx="-3364149" cy="-1137874"/>
          </a:xfrm>
          <a:prstGeom prst="line">
            <a:avLst/>
          </a:prstGeom>
          <a:noFill/>
          <a:ln w="19050">
            <a:solidFill>
              <a:srgbClr val="A78BF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moderna, edge-first, type-safe do banco ao browser.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97480" cy="4023360"/>
          </a:xfrm>
          <a:prstGeom prst="roundRect">
            <a:avLst>
              <a:gd name="adj" fmla="val 474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269748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" y="259689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" y="3163824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358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 v1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3730752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0273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" y="429768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16966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· shadcn/ui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4864608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7365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estrito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9856" y="1691640"/>
            <a:ext cx="2697480" cy="4023360"/>
          </a:xfrm>
          <a:prstGeom prst="roundRect">
            <a:avLst>
              <a:gd name="adj" fmla="val 474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19856" y="1691640"/>
            <a:ext cx="269748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419856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Edge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75888" y="259689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877056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75888" y="316382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877056" y="30358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Server Functions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75888" y="373075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877056" y="360273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routes /api/public/*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75888" y="429768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877056" y="416966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timing-safe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75888" y="486460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3877056" y="47365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1.2.15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1072" y="1691640"/>
            <a:ext cx="2697480" cy="4023360"/>
          </a:xfrm>
          <a:prstGeom prst="roundRect">
            <a:avLst>
              <a:gd name="adj" fmla="val 474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1072" y="1691640"/>
            <a:ext cx="269748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291072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47104" y="259689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6748272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47104" y="3163824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748272" y="30358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em 100% do public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47104" y="373075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748272" y="360273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migrations versionadas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47104" y="429768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748272" y="416966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has_role() SECURITY DEFINER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47104" y="486460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748272" y="47365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pg_cron (2 jobs ativos)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162288" y="1691640"/>
            <a:ext cx="2697480" cy="4023360"/>
          </a:xfrm>
          <a:prstGeom prst="roundRect">
            <a:avLst>
              <a:gd name="adj" fmla="val 474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62288" y="1691640"/>
            <a:ext cx="2697480" cy="548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8" name="Text 46"/>
          <p:cNvSpPr/>
          <p:nvPr/>
        </p:nvSpPr>
        <p:spPr>
          <a:xfrm>
            <a:off x="9162288" y="1691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&amp; IA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418320" y="2596896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0" name="Text 48"/>
          <p:cNvSpPr/>
          <p:nvPr/>
        </p:nvSpPr>
        <p:spPr>
          <a:xfrm>
            <a:off x="9619488" y="24688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v1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418320" y="3163824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2" name="Text 50"/>
          <p:cNvSpPr/>
          <p:nvPr/>
        </p:nvSpPr>
        <p:spPr>
          <a:xfrm>
            <a:off x="9619488" y="30358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dedicado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418320" y="3730752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4" name="Text 52"/>
          <p:cNvSpPr/>
          <p:nvPr/>
        </p:nvSpPr>
        <p:spPr>
          <a:xfrm>
            <a:off x="9619488" y="360273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+ RAG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418320" y="4297680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6" name="Text 54"/>
          <p:cNvSpPr/>
          <p:nvPr/>
        </p:nvSpPr>
        <p:spPr>
          <a:xfrm>
            <a:off x="9619488" y="416966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TWA (APK)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418320" y="4864608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8" name="Text 56"/>
          <p:cNvSpPr/>
          <p:nvPr/>
        </p:nvSpPr>
        <p:spPr>
          <a:xfrm>
            <a:off x="9619488" y="47365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· prioridade máxima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entrega hoje.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7889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9019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Oficial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disciplinas × 11 avaliações, exportação DOCX, histórico completo.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6432" y="1645920"/>
            <a:ext cx="27889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5032" y="1874520"/>
            <a:ext cx="640080" cy="6400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16552" y="19019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por 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30752" y="2606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extrai notas de PDFs escaneados automaticamente.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64224" y="1645920"/>
            <a:ext cx="27889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92824" y="1874520"/>
            <a:ext cx="640080" cy="6400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92824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24344" y="19019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&amp; Horários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38544" y="2606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escolares, grade por turma, agendamentos de reuniões.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72016" y="1645920"/>
            <a:ext cx="27889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0616" y="1874520"/>
            <a:ext cx="640080" cy="6400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9500616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232136" y="19019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46336" y="2606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segmentado por turma/perfil, agendamento, lembretes cron.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30752"/>
            <a:ext cx="27889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3959352"/>
            <a:ext cx="640080" cy="6400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959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08760" y="39867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Responsável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69087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Boletim, frequência, autorizações digitais, chat com coordenação.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56432" y="3730752"/>
            <a:ext cx="27889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85032" y="3959352"/>
            <a:ext cx="640080" cy="6400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85032" y="3959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416552" y="39867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30752" y="469087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v1, acorda tela bloqueada, funciona com app fechado.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64224" y="3730752"/>
            <a:ext cx="27889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92824" y="3959352"/>
            <a:ext cx="640080" cy="6400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7" name="Text 35"/>
          <p:cNvSpPr/>
          <p:nvPr/>
        </p:nvSpPr>
        <p:spPr>
          <a:xfrm>
            <a:off x="6592824" y="3959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324344" y="39867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 Titinho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38544" y="469087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com Gemini + RAG focado em conteúdo educacional.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72016" y="3730752"/>
            <a:ext cx="27889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00616" y="3959352"/>
            <a:ext cx="640080" cy="64008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42" name="Text 40"/>
          <p:cNvSpPr/>
          <p:nvPr/>
        </p:nvSpPr>
        <p:spPr>
          <a:xfrm>
            <a:off x="9500616" y="3959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32136" y="39867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Completa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546336" y="469087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Consentimentos, uso de imagem, dados parentais, auditoria.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LGPD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tratada como feature, não como checklist.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91440" cy="2148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Total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 schema public com Row-Level Security + GRANTs explícitos por role.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691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691640"/>
            <a:ext cx="91440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663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Isolados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2651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em user_roles dedicada — nunca em profiles — checados via has_role().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1691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691640"/>
            <a:ext cx="91440" cy="2148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19659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8696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no Edge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75320" y="2651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Role, Firebase Key e Dispatch Secret apenas em .server.ts.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023360"/>
            <a:ext cx="91440" cy="21488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6304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Timing-Safe HMAC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68680" y="4983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endpoints /api/public/* validados com timingSafeEqualStr antes de processar.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51960" y="4023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51960" y="4023360"/>
            <a:ext cx="91440" cy="214884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3" name="Shape 31"/>
          <p:cNvSpPr/>
          <p:nvPr/>
        </p:nvSpPr>
        <p:spPr>
          <a:xfrm>
            <a:off x="4526280" y="4297680"/>
            <a:ext cx="502920" cy="502920"/>
          </a:xfrm>
          <a:prstGeom prst="ellipse">
            <a:avLst/>
          </a:prstGeom>
          <a:solidFill>
            <a:srgbClr val="F97066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16636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Automática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572000" y="4983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 e admin_access_logs registram operações sensíveis.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55280" y="4023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55280" y="4023360"/>
            <a:ext cx="91440" cy="2148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42976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86968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Ready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275320" y="4983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cookies, uso de imagem, dados parentais, direito ao esquecimento.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· TWA · PUSH REAL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instalável, notificações que chegam com o app fechado.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532120" cy="4572000"/>
          </a:xfrm>
          <a:prstGeom prst="roundRect">
            <a:avLst>
              <a:gd name="adj" fmla="val 2800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553212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5532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PWA &amp; TWA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68833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5603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vite-plugin-pwa com Workbox generateSW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19125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63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NetworkFirst HTML · CacheFirst assets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369417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5661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/offline pré-cacheada como fallback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19709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690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Android via PWABuilder (TWA)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70001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57200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Links verificado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520293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50749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Delegation ativa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570585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5778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display: standalone + ícones maskable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1737360"/>
            <a:ext cx="5532120" cy="4572000"/>
          </a:xfrm>
          <a:prstGeom prst="roundRect">
            <a:avLst>
              <a:gd name="adj" fmla="val 2800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737360"/>
            <a:ext cx="553212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737360"/>
            <a:ext cx="5532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Firebase Cloud Messaging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92240" y="268833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25603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v1 (endpoint /messages:send)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319125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063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DEDICADO (scope isolado)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369417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35661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máxima · acorda tela bloqueada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419709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40690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Ícones institucionais nas notificações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92240" y="470001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457200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 teste + diagnóstico completo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92240" y="520293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50749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pg_cron dispara alertas agendados a cada minuto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92240" y="570585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55778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travada em memória (mem://constraints)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integrado onde faz sentido pedagógico.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2148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de Boletim por PDF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sobe PDF escaneado; Gemini 2.0 Flash lê a tabela, mapeia disciplinas × avaliações e devolve JSON validado. Reduz 40 min de digitação por turma para menos de 1 minuto.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67665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023360"/>
            <a:ext cx="109728" cy="2148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062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Titinho + RAG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480060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00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RAG próprio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52120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educacional consulta a base pública do sistema (posts, comunicados, calendário) antes de responder. Sem alucinação sobre a escola.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1691640"/>
            <a:ext cx="4023360" cy="4617720"/>
          </a:xfrm>
          <a:prstGeom prst="roundRect">
            <a:avLst>
              <a:gd name="adj" fmla="val 3182"/>
            </a:avLst>
          </a:prstGeom>
          <a:solidFill>
            <a:srgbClr val="0A1330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691640"/>
            <a:ext cx="40233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228600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40×</a:t>
            </a:r>
            <a:endParaRPr lang="en-US" sz="10000" dirty="0"/>
          </a:p>
        </p:txBody>
      </p:sp>
      <p:sp>
        <p:nvSpPr>
          <p:cNvPr id="21" name="Text 19"/>
          <p:cNvSpPr/>
          <p:nvPr/>
        </p:nvSpPr>
        <p:spPr>
          <a:xfrm>
            <a:off x="7589520" y="3840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0" y="4434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de notas escaneadas vs. digitação manual — validado no campo por coordenação da UEECM.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DESCOBERTA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 para busca local em Assunção do Piauí.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indexáveis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7830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83280" y="26517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+ og:url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7830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17920" y="26517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JSON-LD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7830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052560" y="26517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+ RSS dinâmicos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11109960" cy="2880360"/>
          </a:xfrm>
          <a:prstGeom prst="roundRect">
            <a:avLst>
              <a:gd name="adj" fmla="val 4444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337560"/>
            <a:ext cx="109728" cy="2880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SEO implementados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414223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432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e description únicos por rota, mesclados via TanStack head()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14223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+ og:url auto-referentes em toda leaf route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459943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170432" y="4480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JSON-LD: WebSite (root), NewsArticle, BreadcrumbList, AboutPage, CollectionPage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59943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565392" y="4480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og:image absoluto para preview social em blog e páginas-chave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" y="505663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1170432" y="4937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sitemap.xml dinâmico com lastmod + robots.txt apontando para o sitemap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FUNCIONA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decisões técnicas que fazem a diferença.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4920" y="1783080"/>
            <a:ext cx="6446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coloca o backend a milissegundos do usuário — não importa se é em Assunção do Piauí ou em Brasília.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109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06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45920" y="26974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do banco ao browser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2697480"/>
            <a:ext cx="6446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gerados do Supabase + TanStack Router type-safe + TypeScript estrito. Bug de contrato vira erro de compilação.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109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20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645920" y="36118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por padrão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4920" y="3611880"/>
            <a:ext cx="6446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em todas as tabelas, roles em tabela dedicada, HMAC timing-safe em endpoints públicos. Nada exposto por descuido.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1109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34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645920" y="4526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 portão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74920" y="4526280"/>
            <a:ext cx="6446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só faz deploy se lint + typecheck + 139 testes passarem. Zero regressão silenciosa em produção.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109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349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645920" y="54406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de verdade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74920" y="5440680"/>
            <a:ext cx="6446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como app, funciona offline, recebe push com tela bloqueada. Sem loja, sem intermediário.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commit ao edge global — com portão de qualidade.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1722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48740" y="1920240"/>
            <a:ext cx="548640" cy="54864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0A13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487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15468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para GitHub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8346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834640" y="219456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17224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4740" y="1920240"/>
            <a:ext cx="548640" cy="548640"/>
          </a:xfrm>
          <a:prstGeom prst="ellipse">
            <a:avLst/>
          </a:prstGeom>
          <a:solidFill>
            <a:srgbClr val="A78BFA"/>
          </a:solidFill>
          <a:ln w="38100">
            <a:solidFill>
              <a:srgbClr val="0A13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47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3464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Secrets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71800" y="315468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secrets obrigatórios verificados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120640" y="219456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17224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20740" y="1920240"/>
            <a:ext cx="548640" cy="54864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0A13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07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7800" y="315468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+ Typecheck + 139 testes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8346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406640" y="219456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17224A"/>
          </a:solidFill>
          <a:ln w="25400">
            <a:solidFill>
              <a:srgbClr val="F970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06740" y="1920240"/>
            <a:ext cx="548640" cy="548640"/>
          </a:xfrm>
          <a:prstGeom prst="ellipse">
            <a:avLst/>
          </a:prstGeom>
          <a:solidFill>
            <a:srgbClr val="F97066"/>
          </a:solidFill>
          <a:ln w="38100">
            <a:solidFill>
              <a:srgbClr val="0A13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067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0664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43800" y="315468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build (frozen lockfile)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509760" y="28346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692640" y="219456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17224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92740" y="1920240"/>
            <a:ext cx="548640" cy="54864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0A13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927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92640" y="26974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29800" y="315468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 → Cloudflare Workers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7742"/>
            </a:avLst>
          </a:prstGeom>
          <a:solidFill>
            <a:srgbClr val="111C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gated: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lint ou testes falharem, o wrangler nem roda. Nunca sobe código quebrado para produção.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Verificações executadas na última rodada.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457200"/>
          </a:xfrm>
          <a:prstGeom prst="rect">
            <a:avLst/>
          </a:prstGeom>
          <a:solidFill>
            <a:srgbClr val="0A133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691640"/>
            <a:ext cx="4160520" cy="457200"/>
          </a:xfrm>
          <a:prstGeom prst="rect">
            <a:avLst/>
          </a:prstGeom>
          <a:solidFill>
            <a:srgbClr val="0A133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6916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921240" y="1691640"/>
            <a:ext cx="1737360" cy="457200"/>
          </a:xfrm>
          <a:prstGeom prst="rect">
            <a:avLst/>
          </a:prstGeom>
          <a:solidFill>
            <a:srgbClr val="0A133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0412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5212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tsgo --noEmit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2148840"/>
            <a:ext cx="41605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148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921240" y="2148840"/>
            <a:ext cx="17373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0412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606040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run (13 arquivos)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60604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6060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/ 139 passando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921240" y="260604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063240"/>
            <a:ext cx="5212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(repo inteiro)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3063240"/>
            <a:ext cx="41605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0632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erros (após Prettier full)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921240" y="3063240"/>
            <a:ext cx="17373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0412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520440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520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install --frozen-lockfile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60720" y="352044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5204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· bun 1.2.15 pinado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921240" y="352044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3977640"/>
            <a:ext cx="5212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977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Cloudflare Workers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760720" y="3977640"/>
            <a:ext cx="41605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9776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em edge runtime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921240" y="3977640"/>
            <a:ext cx="17373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0412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434840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434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scan (Supabase)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760720" y="443484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4434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das tabelas protegidas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921240" y="443484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04120" y="4434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4892040"/>
            <a:ext cx="5212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4892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/api/public/*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760720" y="4892040"/>
            <a:ext cx="41605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0" y="48920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 HMAC timing-safe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921240" y="4892040"/>
            <a:ext cx="17373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04120" y="4892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5349240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5349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760720" y="534924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0" y="53492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 mitigados (A05 pendente manual)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921240" y="5349240"/>
            <a:ext cx="1737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04120" y="5349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320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 DEMONSTRADAS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projeto prova sobre o desenvolvedor.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584448"/>
            <a:ext cx="27889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Moderno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TanStack Start, TypeScript estrito, arquitetura SSR + edge functions em um monorepo coeso.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6432" y="1691640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3584448"/>
            <a:ext cx="27889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685032" y="1874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85032" y="242316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Workers, GitHub Actions com job gating, wrangler, secrets management, deploy imutável.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64224" y="1691640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4224" y="3584448"/>
            <a:ext cx="27889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592824" y="1874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&amp; Modelagem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92824" y="242316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avançado: RLS, SECURITY DEFINER, pg_cron, triggers de auditoria, 113 migrations versionadas.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72016" y="1691640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72016" y="3584448"/>
            <a:ext cx="2788920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9500616" y="1874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Aplicada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0616" y="242316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em prática: HMAC timing-safe, isolamento de secrets, RLS auditada, LGPD implementada de ponta a ponta.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76472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669280"/>
            <a:ext cx="2788920" cy="7315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959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em Produção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450799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para OCR estruturado + chat com RAG próprio. Prompt engineering focado em domínio educacional.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56432" y="3776472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56432" y="5669280"/>
            <a:ext cx="27889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3685032" y="3959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PWA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685032" y="450799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Workers, Web Push, TWA para Android via PWABuilder, Digital Asset Links, cache strategies.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64224" y="3776472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4224" y="5669280"/>
            <a:ext cx="27889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592824" y="3959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&amp; CI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592824" y="450799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testes automatizados, deploy gated, lint zero-warning, tipagem estrita, observabilidade integrada.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72016" y="3776472"/>
            <a:ext cx="2788920" cy="1965960"/>
          </a:xfrm>
          <a:prstGeom prst="roundRect">
            <a:avLst>
              <a:gd name="adj" fmla="val 5581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72016" y="5669280"/>
            <a:ext cx="27889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9500616" y="3959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500616" y="450799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do cliente real (escola pública), iteração baseada em uso, foco em impacto — não em vitrine técnica.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8229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 FINAL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554480"/>
            <a:ext cx="6309360" cy="2011680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169164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APROVADO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926080" y="26060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PRODUÇÃO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17224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69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393192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17224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069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383280" y="4892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Altos abertos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17224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069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17920" y="4892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 manual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393192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1722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4069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052560" y="4892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verdes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estável, seguro, publicado. Pronto para receber tráfego real.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Técnica Consolidada v10 · Protocolo Multi-IA · 17 · julho ·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 ·  Portal Escolar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conversar?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está em produção, é open-source e continua evoluindo. Aberto a oportunidades e colaboração.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480560"/>
            <a:ext cx="5212080" cy="685800"/>
          </a:xfrm>
          <a:prstGeom prst="roundRect">
            <a:avLst>
              <a:gd name="adj" fmla="val 16000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4805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45537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4800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conectaueecm.com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4480560"/>
            <a:ext cx="5212080" cy="685800"/>
          </a:xfrm>
          <a:prstGeom prst="roundRect">
            <a:avLst>
              <a:gd name="adj" fmla="val 16000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48056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86600" y="45537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6600" y="4800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Douglas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5212080" cy="685800"/>
          </a:xfrm>
          <a:prstGeom prst="roundRect">
            <a:avLst>
              <a:gd name="adj" fmla="val 16000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035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53766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5623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github.com/Francisco-Douglas-dev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5303520"/>
            <a:ext cx="5212080" cy="685800"/>
          </a:xfrm>
          <a:prstGeom prst="roundRect">
            <a:avLst>
              <a:gd name="adj" fmla="val 16000"/>
            </a:avLst>
          </a:prstGeom>
          <a:solidFill>
            <a:srgbClr val="17224A"/>
          </a:solidFill>
          <a:ln w="12700">
            <a:solidFill>
              <a:srgbClr val="263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53035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53766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5623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Assunção do Piauí · Brasil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UEECM · Portal Escolar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U.E. Evaristo Campelo de Matos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Conecta UEECM — Portal Escolar</dc:title>
  <dc:subject>PptxGenJS Presentation</dc:subject>
  <dc:creator>Francisco Douglas</dc:creator>
  <cp:lastModifiedBy>Francisco Douglas</cp:lastModifiedBy>
  <cp:revision>1</cp:revision>
  <dcterms:created xsi:type="dcterms:W3CDTF">2026-07-17T21:33:20Z</dcterms:created>
  <dcterms:modified xsi:type="dcterms:W3CDTF">2026-07-17T21:33:20Z</dcterms:modified>
</cp:coreProperties>
</file>