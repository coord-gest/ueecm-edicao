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13716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12188952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Conecta UEECM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Portal Escolar — U.E. Evaristo Campelo de Matos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</a:rPr>
              <a:t>Apresentação Executiva · v3 · Julho/2026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APROVADO PARA PRODUÇÃO · 9.7/10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O que este documento cobre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e propósito do sistema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 (frontend, backend, banco, push)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por frente: comunicação, engajamento, pedagógico, operacional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(RLS/CLS, CSP/HSTS, HMAC, rate-limit, LGPD)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(152+ testes, typecheck estrito, CI/CD)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concluído + pendências para certificação definitiva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e Público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Para quem construímos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pública em Assunção do Piauí — SEMED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· Coordenação · Professores · Secretaria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e Responsáveis (foco especial: engajamento familiar)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Visitantes: blog institucional, calendário e agendamento público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unir escola + comunidade em uma plataforma única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Atuais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Estado do sistema em números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rotas ativas · 140+ componentes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server functions · 170+ migrações SQL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152+ testes Vitest verdes · 0 erros de tipo · 0 ESLint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RLS coverage no schema public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críticos · 0 altos · 1 médio (LPP manual) · 2 baixos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consolidada: 9.7 / 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Visão Geral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Full-stack em Cloudflare Workers + Supabase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19 + TanStack Start v1 (SSR) + Router/Query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Estilo: Tailwind CSS v4 + shadcn/ui · tema "Azul &amp; Menta"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TanStack Server Functions em Cloudflare Workers (Nitro)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 Supabase externo — PostgreSQL com RLS 100%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posts-media (público), galeria-eventos (gated), planejamentos (privado)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Firebase Cloud Messaging v1 + Service Worker dedicado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Fluxo de 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Do navegador ao banco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⇢ HTTPS ⇢ Cloudflare Worker (SSR + APIs)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⇢ Supabase Postgres (RLS + CLS)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⇢ Supabase Storage (3 buckets segmentados)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⇢ Firebase FCM v1 (push segmentado por role/usuário)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⇢ Gemini API (chat · OCR de boletim · planejamentos)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⇢ Sentry (erros e stack traces em produção)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&amp; Fluxo Editorial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RBAC granular com 8 perfis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Perfis: leitor · professor · secretário · coordenador · diretor · admin · social media · desenvolvedor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em tabela dedicada (user_roles) — nunca em profiles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via função has_role (SECURITY DEFINER, search_path fixo)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posts: rascunho → revisão → aprovação → publicado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automática (audit_logs) e notificações em tempo real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Escola ↔ Família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Notificar, confirmar, dialogar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com Confirmação de Leitura por turma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Pai ↔ Professor moderado por 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 segmentadas (role, usuário, turma)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Globais v2: pré-visualização, agendamento e rajadas via pg_cron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imutável em alert_audit_logs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Escola &amp; Comunidade — 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Engajamento familiar de ponta a ponta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de Bordo do Aluno — timeline de eventos escolares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do Filho — KPIs semaforizados (frequência, notas, atividades)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Méritos e Ocorrências — anotações do professor apoiadas por 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Evasão — scoring SQL com painel dedicado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Digital — assinatura dupla (escola + responsável)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Escola &amp; Comunidade — 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Presença, mural e apoio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Presença Parental — badge por presença/confirmação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da Comunidade — postagens públicas moderadas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Apoio — mapeamento de famílias que ajudam famílias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Vaquinhas Digitais — campanhas comunitárias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parental obrigatório para menores de 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— Atividades e Trabalhos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Do quadro ao acompanhamento familiar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cria a atividade dentro da turma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marca cada aluno: Fez / Não fez / Pendente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padronizadas: verde (feito), vermelho (pendente), cinza (em aberto)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enxerga apenas as atividades dos seus filhos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com drill-down por aluno + export CSV/PDF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— Planejamentos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IA que apoia o professor, sem substituir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semanal · quinzenal · mensal · semestral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do Gemini para gerar rascunhos alinhados ao BNCC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privado por professor — sem vazamento entre pares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Edição, exportação e versionamento por planejamento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— Boletim SEMED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Boletim oficial de Assunção do Piauí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disciplinas × 11 avaliações (AQ · AE · REC · PF)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resultado calculados automaticamente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0–10 em tempo real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DOCX em landscape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por PDF assistida por Gemini (INEP, sexo, filiação)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Tito &amp; 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Assistente do aluno e do professor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— chat com RAG sobre conteúdo escolar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em 3 camadas: IP · usuário · global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45s com circuit breaker de fallback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Moderação automática para chat pai↔professor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FinOps: custo por chamada e projeção mensal em /painel-finops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— Agendamentos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Fluxo público com protocolo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público em /agendar (Turnstile + validação Zod)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único gerado no envio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pública em /consultar-agendamento via protocolo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segmentado para diretor/coordenador/secretário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automáticos via cron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— Manutenção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Rotinas de saúde do sistema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semanal via pg_cron + HMAC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egress do Supabase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retroativa de imagens para WebP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erros filtrável (system_errors)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dashboard com custo diário e mensal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Globais v2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Notificações institucionais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Pré-visualização obrigatória antes de publicar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expires_at &gt; starts_at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Rajadas server-side (pg_cron: alert-burst-tick)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por alerta: enfileirado · enviado · falhou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Rate-limit: 100/h por admin · 30/h global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filtrável + log imutável (alert_audit_logs)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— RLS &amp; CLS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Postura defensiva do banco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tabelas public com RLS ativa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em user_roles + função has_role (SECURITY DEFINER, search_path fixo)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em profissionais (email/telefone escondidos de anon/authenticated)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profissionais_publicos (security_invoker=true) para /agendar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enquete_resultados também com security_invoker=true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— Rede e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Perímetro Cloudflare + Turnstile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HSTS + X-Frame-Options: DENY + Referrer-Policy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 v2 no login (com fallback runtime via API)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/api/chat: rate-limit 3 camadas (IP · usuário · global)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/api/public/* com HMAC timing-safe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service_role no bundle client (validado por regex no CI)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— Dependências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Supply chain sob controle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substituído por exceljs — resolve CVE Prototype Pollution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CycloneDX gerado automaticamente em CI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ativo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não utilizadas removidas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com typecheck + testes gated antes do deploy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— OWASP Top 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Mapa de riscos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Access Control — RLS em 80+ tabelas · policies revisadas · CLS aplicada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Cripto — TLS Cloudflare · bcrypt Supabase · HMAC nos backups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Injection — Zod em toda entrada · queries parametrizadas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Misconfig — CSP + HSTS + data-admin scoping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Auth — Turnstile + rate-limit + LPP pendente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 Logging — system_errors + Sentry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&amp; Governança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Conformidade documentada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/ ROPA em docs/DPIA-ROPA.md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operacional com rollback e contato do DPO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de cookies, imagem e parental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Art. 14 (dados de menores)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ao esquecimento operacional (data_subject_requests)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 (FCM)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Do banco à tela bloqueada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token em /api/push/fcm-register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ao user_id no login (reattachPushTokenToUser)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server-side em /api/public/dispatch-push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máxima: Android PRIORITY_MAX · iOS apns-priority:10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Android 13/14/15/16+ e iOS (tela bloqueada)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push_notifications_queue com status e last_error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 Offline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Instalável e resiliente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SW só em produção HTTPS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Workbox: NetworkFirst (HTML) + CacheFirst (assets)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/offline pré-cacheada como fallback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de "recarregar" quando novo SW instala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do FCM coexiste com o SW da PWA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Conteúdo encontrável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dinâmico + RSS por rota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 próprio por página (título, meta, OG, Twitter)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og:image derivado do herói/capa por rota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por página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em todas as rotas indexáveis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Tema Azul &amp; Menta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Paleta: azul profundo → índigo → ciano → menta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Gradientes ricos em light e dark mode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global de 5px (cards, botões, inputs, tabs)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data-admin — painéis administrativos sem arredondamento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WCAG 2.2 AA em docs/A11Y-AUDIT.md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&amp; Testes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Rede de segurança automatizada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Vitest: 152+ testes (unit + integration)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estrito: 0 erros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+ ESLint verdes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test-suite (profissionais, realtime)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Playwright (comunicado, justificativa, login, FCM)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gated no PR — sem merge sem verde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Deploy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Do commit ao Cloudflare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com job ci-gate (typecheck + testes)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deploy-worker.yml só roda com ci-gate verde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1.2.15 pinado · bun.lock frozen no CI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CycloneDX publicado por build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+ Nitro entregando SSR no Worker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Ver antes de sentir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no browser (stack traces + contexto)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system_errors no banco (server-side, com nível)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admin_access_logs para acessos privilegiados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 por trigger em tabelas críticas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Painéis: /painel-erros · /painel-runtime · /painel-analytics · /painel-finops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Onde mora cada chave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(Worker secrets): SUPABASE_* · FIREBASE_* · DISPATCH_SECRET · GEMINI_API_KEY · TURNSTILE_SECRET_KEY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(Plaintext): VITE_TURNSTILE_SITE_KEY (com fallback via /api/public/turnstile-config)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SERVICE_ROLE em código de cliente (validado por regex no CI)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documentada em docs/RUNBOOK.md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por Perfil — 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O que cada um enxerga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Desenvolvedor: runtime, erros, analytics, FinOps, seed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Administrador: usuários, papéis, auditoria, LGPD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Diretor: dashboards, aprovação, alertas globais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Coordenador: pedagógico, atividades, presença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Secretário: matrículas, comunicados, agendamentos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por Perfil — 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Professor · Social · Leitor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turmas, atividades, planejamentos, diário de bordo, méritos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Media: posts, galeria, mural, patrocinadores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 (Pai/Responsável): meus filhos, radar, atividades, boletim, chat, autorizações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públicas: blog, calendário, equipe, agendar, consultar, sobre, LGPD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Concluído — 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Hardening e infra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100% + CLS em profissionais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com security_invoker=true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Revogação de EXECUTE público em 23 funções sensíveis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em /api/chat (3 camadas)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HSTS + headers de segurança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HMAC/timing-safe em endpoints públicos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Concluído — 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Produto e engajamento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Escola &amp; Comunidade (10 módulos)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Trabalhos com ranking + export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Planejamentos Pedagógicos com Gemini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Globais v2 (agendamento + rajadas)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Presença Parental · Mural · Rede de Apoio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Agendamento por protocolo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Concluído — III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Qualidade, LGPD e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DPIA/ROPA + RUNBOOK documentados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FinOps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com gate de typecheck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Azul &amp; Menta com gradientes ricos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border-radius 5px + scoping data-admin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WCAG 2.2 AA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(Ação Manual)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Para "certificação definitiva"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Leaked Password Protection no painel Supabase (1 clique)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bun audit ao CI (P2)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pentest ativo externo (análise atual é estática)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testes de carga em pico estimado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UAT formal com professores e responsáveis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Remanescentes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Matriz classificada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Crítica: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Alta: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Média: 1 — Leaked Password Protection (manual)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Baixa: 2 — bun audit no CI · extrair helpers duplicados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Informativa: 3 — refatoração de rotas grandes · cliente Gemini único · padronizar comentários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Manutenção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Ritmo saudável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Diário: monitor de system_errors + Sentry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Semanal: backup automático (pg_cron) + revisão de fila de push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Mensal: revisão de dependências (Dependabot) + FinOps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Trimestral: reexecutar análise técnica completa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release maior: checklist de release + retest E2E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Onde encontrar cada coisa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docs/relatorios/ — auditorias técnicas versionadas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docs/RUNBOOK.md — operação, rollback, contatos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docs/DPIA-ROPA.md — conformidade LGPD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docs/A11Y-AUDIT.md — acessibilidade WCAG 2.2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docs/DATABASE.md — modelo de dados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docs/CLONAR-ESCOLA.md — replicar para outras escolas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Institucional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Por que isso importa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escola↔família consolidada em um único canal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docente: planejamentos e boletim assistidos por 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para gestão: dashboards e relatórios em tempo real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familiar: pais participam da vida escolar do filho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evasão com alerta antecipado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O que separa de portais escolares comuns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do Filho + Alerta de Evasão (raro em portais escolares)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Digital com assinatura dupla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Presença Parental gamificado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Vaquinha Digital integrada à Rede de Apoio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pai↔professor moderado por 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Planejamentos gerados por IA respeitando privacidade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Rápida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Links do projeto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Produção: https://conectaueecm.com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github.com/Francisco-Douglas-dev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atual: docs/relatorios/Analise_Tecnica_Completa_2026-07-22-v14-Final.md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Apresentação: docs/relatorios/Apresentacao_Sistema_UEECM_v3.pptx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release: docs/relatorios/Checklist_Release_Producao.md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Final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Estado do sistema em uma linha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PARA PRODUÇÃO — Nota 9.7 / 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críticos · 0 altos · 1 médio (LPP manual) · 2 baixos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152+ testes verdes · typecheck 0 erros · RLS 100%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"Unir Escola &amp; Comunidade" entregue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uso real e distribuição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Conecta UEECM · v3 · 22/07/2026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Obrigado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Conecta UEECM — U.E. Evaristo Campelo de Matos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Francisco Douglas · github.com/Francisco-Douglas-dev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Conecta UEECM — Apresentação Executiva v3</dc:title>
  <dc:subject>PptxGenJS Presentation</dc:subject>
  <dc:creator>PptxGenJS</dc:creator>
  <cp:lastModifiedBy>PptxGenJS</cp:lastModifiedBy>
  <cp:revision>1</cp:revision>
  <dcterms:created xsi:type="dcterms:W3CDTF">2026-07-22T08:50:41Z</dcterms:created>
  <dcterms:modified xsi:type="dcterms:W3CDTF">2026-07-22T08:50:41Z</dcterms:modified>
</cp:coreProperties>
</file>