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ESCOLAR · 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U.E. Evaristo Campelo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Matos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institucional · Full-stack · SSR · PWA · IA · LGPD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· v12 Final · 19 · 07 ·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SEMED Assunção do Piauí · Francisco Douglas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você verá nesta apresentação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3749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Visão Geral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Público-Alvo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Arquitetura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Stack Tecnológica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Módulos — Blog &amp; SEO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Módulos — Escola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Módulos — Responsável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Módulos — Boletim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Módulos — Alertas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Módulos — Galeria &amp; Eventos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Chat 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0" y="2011680"/>
            <a:ext cx="3749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Notificações Push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PWA &amp; Offline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Papéis &amp; Fluxo Editorial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Segurança — RLS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Segurança — PII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Segurança — Rate Limit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Segurança — CSP/HSTS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Turnstile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Auditoria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LGPD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0" y="2011680"/>
            <a:ext cx="37490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22-30. Detalhes técnicos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31-36. Testes, CI/CD, Runbook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 Roadmap concluído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 Riscos residuais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 Métricas finais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 Cronograma de manutenção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 Veredito Final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 Contato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plataforma, várias escolas de necessidades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blog institucional ao boletim oficial SEMED — tudo em um só lugar.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institucional público com SEO, RSS e sitemap dinâmico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escolar completa: turmas, alunos, responsáveis, professores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oficial SEMED com exportação em DOCX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push que acordam a tela mesmo bloqueada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 (Gemini) para chat, RAG e importação de boletins por PDF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Conformidade LGPD integral (DPIA + ROPA + Runbook)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Sete perfis, uma experiência coerente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Leitor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 — lê blog, calendário, galeria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16052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Professor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2044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posts, lança notas, comunica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04088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Secretário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Matrículas, turmas, responsáveis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98280" y="201168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81160" y="219456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2212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921240" y="2240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Coordenador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288036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 posts, alertas, boletins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11480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3159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28016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Diretor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498348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aprovação final, auditoria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37560" y="411480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429768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0440" y="43159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6052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520440" y="498348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Configuração, LGPD, backups, patrocínio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17920" y="4114800"/>
            <a:ext cx="2743200" cy="1920240"/>
          </a:xfrm>
          <a:prstGeom prst="roundRect">
            <a:avLst>
              <a:gd name="adj" fmla="val 5714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0" y="4297680"/>
            <a:ext cx="548640" cy="5486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43159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7040880" y="4343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Desenvolvedor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400800" y="4983480"/>
            <a:ext cx="2468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erros, migrations, observabilidade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 de alto nível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Edge-native · SSR · Zero-servidor tradicional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4114800"/>
          </a:xfrm>
          <a:prstGeom prst="roundRect">
            <a:avLst>
              <a:gd name="adj" fmla="val 3333"/>
            </a:avLst>
          </a:prstGeom>
          <a:solidFill>
            <a:srgbClr val="F5F7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68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60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PWA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2468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560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Cloudflare Worker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+ APIs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35440" y="2468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2560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 Postgres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35440" y="3017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· Storage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754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46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FCM v1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server-side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4754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4846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 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RAG · OCR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235440" y="4754880"/>
            <a:ext cx="219456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4846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Turnstile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23544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017520" y="2971800"/>
            <a:ext cx="20116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23760" y="2971800"/>
            <a:ext cx="2011680" cy="0"/>
          </a:xfrm>
          <a:prstGeom prst="line">
            <a:avLst/>
          </a:prstGeom>
          <a:noFill/>
          <a:ln w="25400">
            <a:solidFill>
              <a:srgbClr val="F961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42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tecnológica moderna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51760" y="210312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TanStack Start v1 · Router · Query · Tailwind v4 · shadcn/ui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060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260604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Server Functions · Cloudflare Workers · Nitro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08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Banco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51760" y="310896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· RLS · Realtime · Storage · pg_cron · pg_net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611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361188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2.0 Flash (chat · RAG · OCR de boletins)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11480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14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411480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Cloud Messaging v1 + Service Worker dedicado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617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PWA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51760" y="461772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vite-plugin-pwa · Workbox · offline fallback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512064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1206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51760" y="512064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Turnstile · CSP · HSTS · HMAC · Rate Limit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56235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Qualidade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51760" y="5623560"/>
            <a:ext cx="9235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· TSGo · ESLint · Prettier · GitHub Actions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42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BLOG &amp; SEO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institucional com SEO nível 10/10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editorial: rascunho → revisão → aprovação → publicado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por rota: title, meta, OG, Twitter cards, canonical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JSON-LD: WebSite, NewsArticle, BreadcrumbList, AboutPage, CollectionPage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 dinâmico + RSS por categoria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otimizadas (WebP) com lazy-loading + alt text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Notificação em tempo real para o autor quando aprovado/rejeitado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42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ESCOLA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Gestão escolar completa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Turmas: cadastro, professores titulares, alunos vinculados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Alunos: cadastro individual + importação em massa por CSV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Responsáveis: vínculo múltiplo (multi-filhos), consentimento parental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Professores: perfil, disciplinas, turmas atribuídas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Comunicados: composição rica, dashboard de entrega, agendamento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automática de alterações via triggers → audit_logs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42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RESPONSÁVEL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Painel do Responsável — 11 recursos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Boletim em PDF por bimestre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com histórico de faltas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Autorizações digitais (passeios, saída antecipada)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 de faltas com anexo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direto com coordenação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personalizados por filho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a múltiplos filhos em um único login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 parental (LGPD Art. 14) e uso de imagem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42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BOLETIM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Boletim oficial SEMED · Padrão Assunção do Piauí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disciplinas × 11 avaliações (AQ · AE · REC · PF)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e resultado final calculados automaticamente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0–10 em tempo real com destaque de erro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.docx em landscape (fiel ao modelo SEMED)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Importação por PDF com Gemini 2.0 Flash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automático por nome + INEP · revisão manual antes de aplicar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ALERTAS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Sistema de Alertas Globais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por coordenação/direção com janela de exibição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automático via trigger enqueue_due_alert_pushes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 window de 10 min após expiração (não perde alertas)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client-side: expires_at &gt; starts_at (evita alerta órfão)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 em Android 13/16+ e iOS mesmo com tela bloqueada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completa em audit_logs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GALERIA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Galeria de eventos com segurança de storage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dedicado galeria-eventos (Supabase Storage)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público APENAS para galerias com status = 'publicado'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Rascunhos ficam invisíveis para anon (RLS + policy no bucket)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 WebP retroativa via job de manutenção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de visualização por evento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· CHAT 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educacional com Gemini + RAG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aluno com contexto pedagógico (Gemini 2.0 Flash)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embeddings de conteúdo escolar para respostas grounded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em 3 camadas: IP (30/min) · user (60/min) · global (300/min)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Sanitização de entrada + moderação básica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de auditoria por conversa (system_errors + logs)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PUSH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que realmente chega — mesmo com tela bloqueada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v1 · Service Worker dedicado (/firebase-messaging-sw.js)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server-side com DISPATCH_SECRET (constant-time compare)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Auto-dispatch via pg_net a partir de triggers Postgres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máxima: PRIORITY_MAX (Android) · apns-priority:10 (iOS)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únicas + renotify:true → compatível com Android 16+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requireInteraction:true → notificação persiste até o usuário agir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Reatach automático do token FCM ao user_id no login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&amp; OFFLINE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Aplicativo instalável, offline-first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vite-plugin-pwa com Workbox (generateSW)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NetworkFirst para HTML (timeout 5s) · CacheFirst para JS/CSS/fontes/imagens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/offline pré-cacheada como fallback de navegação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Atualizações silenciosas com toast 'recarregar' quando novo SW instala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da PWA e SW do FCM coexistem (escopos diferentes)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 no Android com ícone próprio nas notificações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· FLUXO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Fluxo editorial em 4 estados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F9616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Rascunho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3154680" y="2926080"/>
            <a:ext cx="320040" cy="365760"/>
          </a:xfrm>
          <a:prstGeom prst="righ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F9C74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Revisão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Coordenação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 rot="5400000">
            <a:off x="5989320" y="2926080"/>
            <a:ext cx="320040" cy="365760"/>
          </a:xfrm>
          <a:prstGeom prst="righ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2A9D8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Aprovação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Direção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 rot="5400000">
            <a:off x="8823960" y="2926080"/>
            <a:ext cx="320040" cy="365760"/>
          </a:xfrm>
          <a:prstGeom prst="rightTriangl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0" y="2468880"/>
            <a:ext cx="2468880" cy="128016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Publicado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44000" y="32004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automática · Notificação ao autor · Log em audit_logs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RLS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 · 100% de cobertura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ativa em TODAS as tabelas do schema public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explícito por role (anon · authenticated · service_role)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em tabela dedicada user_roles — NUNCA em profiles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has_role(_user_id, _role) SECURITY DEFINER · search_path fixo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escritas com auth.uid() + has_role() — sem recursão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restrito a allowlist explícita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PII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Column-Level Security em profissionais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e telefone REVOGADOS de anon e authenticated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/agendar lê da view profissionais_publicos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com security_invoker = true (RLS do usuário aplica)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visível apenas para admin/coordenação autenticados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funções SECURITY DEFINER tiveram EXECUTE revogado do anon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RATE LIMIT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 em 3 camadas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474720" cy="11567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30/min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14400" y="3681374"/>
            <a:ext cx="32918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237744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514600"/>
            <a:ext cx="3474720" cy="11567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60/min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709160" y="3681374"/>
            <a:ext cx="32918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USUÁRIO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412480" y="237744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514600"/>
            <a:ext cx="3474720" cy="11567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300/min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503920" y="3681374"/>
            <a:ext cx="3291840" cy="736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Aplicado em /api/chat · protege orçamento Gemini + evita abuso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· HEADERS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CSP + HSTS + Headers de segurança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Content-Security-Policy com allowlist (Turnstile · Supabase · FCM · Gemini)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Strict-Transport-Security com preload (HSTS)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X-Content-Type-Options: nosniff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X-Frame-Options: DENY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Referrer-Policy: strict-origin-when-cross-origin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Configurado em src/server.ts (hook edge-safe)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ANTI-BOT · TURNSTILE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Cloudflare Turnstile v2 · Fallback runtime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Key exposta via /api/public/turnstile-config (com hardcoded fallback)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renderiza mesmo se a env VITE_TURNSTILE_SITE_KEY não propagar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server-side em login/cadastro/recuperação de senha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TURNSTILE_SECRET_KEY como secret no Cloudflare (nunca no bundle)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Compatível com o modelo de deploy Cloudflare Workers do projeto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Trilha de auditoria completa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 · trigger em tabelas críticas (INSERT/UPDATE/DELETE)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admin_access_logs · registro de acesso a áreas administrativas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system_errors · captura de erros server-side com contexto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dinâmica gated por papel (has_role)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configurável · pronta para inspeção LGPD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LGPD integral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 + ROPA documentados em docs/DPIA-ROPA.md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Consentimento de cookies · uso de imagem · consentimento parental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legal Art. 14 (dados de menores) explícita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ao esquecimento: server function apagar-conta.functions.ts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com fluxo de rotação de chaves + restore + contato DPO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· CLOUDFLARE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Edge-native no Cloudflare Workers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em Worker (Nitro) — sem servidor tradicional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bundladas (fs, path, crypto, Buffer, stream OK)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via wrangler secret · variáveis públicas como Plaintext (VITE_*)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 estáveis: project--&lt;id&gt;.lovable.app · project--&lt;id&gt;-dev.lovable.app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bun install --frozen-lockfile &amp;&amp; bun run deploy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· SUPABASE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 em Supabase próprio (externo)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clientes: browser (publishable) · server (auth-middleware) · admin (service_role)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supabaseAdmin importado dinamicamente dentro de handlers server-only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semanal via pg_cron + monitor de egress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pg_net aciona /api/public/dispatch-push a partir de triggers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restrito a allowlist (evita vazamento por canal aberto)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createServerFn — RPC tipado cliente↔servidor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.inputValidator(zod) → .handler(async ...) — cadeia contínua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.middleware([requireSupabaseAuth]) para rotas autenticadas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*.functions.ts em src/lib/ · nunca em src/server/ (import protection)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attachSupabaseAuth em src/start.ts anexa Bearer JWT client-side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process.env.* lido apenas dentro do .handler() (edge-safe)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/api/public/* — webhooks &amp; cron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dispatch-push · autenticado por DISPATCH_SECRET (timing-safe)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backup-semanal · HMAC + timing-safe compare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turnstile-config · expõe apenas a Site Key (pública por design)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endpoints protegidos por secret + verificação de origem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valida 100% do input antes de qualquer operação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42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tokens · Tailwind v4 · shadcn/ui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(HSL) em src/styles.css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shadcn/ui customizados via variants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nativo via prefers-color-scheme + toggle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Tipografia responsiva · foco em acessibilidade AA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cor hardcoded fora dos tokens (auditado)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42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ACESSIBILIDADE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Acessibilidade · WCAG 2.1 AA (em curso)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mínimo 4.5:1 nos textos principais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visível em todos os elementos interativos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labels em ícones, botões e navegação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semântica: main · nav · article · aside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Alt-text obrigatório em todas as imagens de conteúdo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axe em curso · concluída em rotas principais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42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edge-native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100ms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TTFB MÉDIO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A+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7472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MOZILLA OBS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95+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0936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377440"/>
            <a:ext cx="2651760" cy="2011680"/>
          </a:xfrm>
          <a:prstGeom prst="roundRect">
            <a:avLst>
              <a:gd name="adj" fmla="val 6818"/>
            </a:avLst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2514600"/>
            <a:ext cx="2651760" cy="1106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200KB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144000" y="3624682"/>
            <a:ext cx="246888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LOAD JS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global Cloudflare · imagens WebP · code-splitting por rota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42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SEO estrutural — não é maquiagem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head() próprio em cada rota (title, meta, OG, Twitter)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og:image derivado por rota (herói/capa) — nunca genérico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 dinâmico + RSS por categoria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JSON-LD: WebSite, NewsArticle, BreadcrumbList, AboutPage, CollectionPage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em todas as páginas · viewport responsivo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Semrush trend positivo em 30d (crescente)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42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Suíte automatizada · 133+ testes verdes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Testing Library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de profissionais e realtime (validação de policies)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público de dispatch (HMAC + timing-safe)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Sanitização de entrada + parental consent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Componentes: PainelLayout, SiteFooter, fluxos completos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(tsgo) e lint no gate de PR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com gates obrigatórios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em cada PR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1: Typecheck (tsgo)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2: Vitest (133+ testes)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3: ESLint + Prettier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manual controlado: bun run deploy → wrangler deploy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URL estável para revisão pré-produção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Runbook de incidentes · docs/RUNBOOK.md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Rotação de chaves: SERVICE_ROLE · FIREBASE · GEMINI · TURNSTILE · DISPATCH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de backup: pg_dump semanal + roteiro passo-a-passo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contato DPO + prazo LGPD Art. 48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de incidente: contenção → erradicação → recuperação → post-mortem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Comunicação: template para responsáveis + comunidade escolar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42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Logs, métricas e erros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system_errors: captura server-side com contexto (rota, user, stack)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admin_access_logs: quem viu o quê e quando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audit_logs: alterações em tabelas críticas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Workers logs disponíveis via wrangler tail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erros e runtime em /painel-runtime + /painel-erros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42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DE SUPERFÍCIE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Limpeza de código · menos superfície = menos risco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componentes órfãos removidos (AssistenteComunicadoIA · ProfissionaisShowcase · SeedPostsCard)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dependências não usadas removidas do package.json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menor · dead code eliminado · manutenção simplificada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SQL auditadas · sem tabelas fantasma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apenas buckets ativos (posts-media · galeria-eventos)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42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de 14 dias · concluído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21031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/api/chat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698480" y="21305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0" y="2130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60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560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+ HSTS + headers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698480" y="25877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0" y="25877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175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30175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HMAC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698480" y="30449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0" y="30449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747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4747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(system_errors)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698480" y="35021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0" y="35021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9319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931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≥ 40% (133+)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698480" y="39593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98480" y="39593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43891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DPIA/ROPA + política privacidade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698480" y="44165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0" y="44165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48463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846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4846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gates obrigatórios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0698480" y="48737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698480" y="48737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53035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53035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86000" y="53035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de incidentes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698480" y="5330952"/>
            <a:ext cx="329184" cy="32918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53309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5760720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57607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286000" y="57607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Leaked Password Protection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698480" y="5788152"/>
            <a:ext cx="329184" cy="329184"/>
          </a:xfrm>
          <a:prstGeom prst="ellipse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98480" y="57881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42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RESIDUAIS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ainda pode ser feito (não-bloqueante)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Ativar Leaked Password Protection (Supabase Dashboard — 5 min)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Auditoria a11y completa em rotas secundárias (~4h)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Observability avançada: Sentry + Cloudflare Analytics (opcional)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Backup off-site em R2/S3 externo (redundância cross-provider)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Testes E2E com Playwright (fluxos críticos ponta-a-ponta)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42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Números finais da auditoria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42900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0936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98280" y="219456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233172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189720" y="338510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133+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54864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VERDES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342900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COVERAGE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630936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98280" y="4343400"/>
            <a:ext cx="2651760" cy="1920240"/>
          </a:xfrm>
          <a:prstGeom prst="roundRect">
            <a:avLst>
              <a:gd name="adj" fmla="val 7143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8280" y="4480560"/>
            <a:ext cx="2651760" cy="10561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9.7</a:t>
            </a:r>
            <a:endParaRPr lang="en-US" sz="4400" dirty="0"/>
          </a:p>
        </p:txBody>
      </p:sp>
      <p:sp>
        <p:nvSpPr>
          <p:cNvPr id="29" name="Text 27"/>
          <p:cNvSpPr/>
          <p:nvPr/>
        </p:nvSpPr>
        <p:spPr>
          <a:xfrm>
            <a:off x="9189720" y="5533949"/>
            <a:ext cx="2468880" cy="6720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42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UEECM · Portal Escolar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0" y="109728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Cronograma recorrente sugerido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Diário · monitor de erros (painel /painel-erros)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 · backup pg_dump automático (verificar sucesso)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 · revisar audit_logs de admin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 · atualizar dependências (bun update) + rodar suíte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 · rotação de secrets (DISPATCH · GEMINI · FIREBASE)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 · revisão DPIA/ROPA + treinamento LGPD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647688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 · Portal Escolar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647688"/>
            <a:ext cx="822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42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669280"/>
            <a:ext cx="12188952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VEREDITO FINAL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APROVADO PARA</a:t>
            </a:r>
            <a:endParaRPr lang="en-US" sz="7600" dirty="0"/>
          </a:p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PRODUÇÃO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Nota  9.7 / 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críticos · 0 altos · 1 médio · 2 baixos · 133+ testes verdes · RLS 100%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estável, seguro, em conformidade com LGPD e pronto para servir a comunidade escolar.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0" y="3383280"/>
            <a:ext cx="54864" cy="91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4688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35661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Francisco Douglas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754880" y="2103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Desenvolvedor · Responsável Técnico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29260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2926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github.com/Francisco-Douglas-dev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34290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429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U.E. Evaristo Campelo de Matos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40880" y="3931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Assunção do Piauí — SEMED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44348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4088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docs/RUNBOOK.md · docs/DPIA-ROPA.md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54880" y="4937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4937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docs/relatorios/Analise_Tecnica_Completa_2026-07-19-v12-Final.md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59436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v12 · 19/07/2026 · 42 slides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SEMED Assunção do Piauí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U.E. Evaristo Campelo de Matos — Apresentação Executiva</dc:title>
  <dc:subject>PptxGenJS Presentation</dc:subject>
  <dc:creator>Francisco Douglas</dc:creator>
  <cp:lastModifiedBy>Francisco Douglas</cp:lastModifiedBy>
  <cp:revision>1</cp:revision>
  <dcterms:created xsi:type="dcterms:W3CDTF">2026-07-19T06:11:42Z</dcterms:created>
  <dcterms:modified xsi:type="dcterms:W3CDTF">2026-07-19T06:11:42Z</dcterms:modified>
</cp:coreProperties>
</file>